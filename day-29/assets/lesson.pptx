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store values.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DataFrames have rows and columns.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